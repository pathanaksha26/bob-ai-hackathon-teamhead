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DISRUPTION ASSISTANT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Fleet Utilisation Optimizer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1280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  |  Logistics &amp; Ports (L2)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TEAM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cascade faster than spreadsheets can track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100+ ships queued at LA/Long Beach in 2021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value at risk per undetected cold-chain temperature breach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disruption-to-shipment matching still done in spreadsheets today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this: logistics shift supervisors and fleet ops managers who must, in minutes, figure out which shipments an active disruption affects, which idle assets could cover the gap, and which cold-chain cargo is quietly spoiling — today, across three disconnected systems.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view across four decisions supervisors normally make separately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Impact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affected shipment by severity, cargo value &amp; cold-chain risk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240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7889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alternate carriers + idle in-region fleet assets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07608" y="2240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Redeployment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889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idle trucks/vessels/reefers to disrupted regions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42248" y="2240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Monitor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7889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temperature excursions, classify Minor/Major/Critical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206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feed a single AI-generated BLUF (Bottom-Line-Up-Front) operations brief — pluggable to IBM watsonx.ai, with a deterministic fallback so the demo runs with zero API keys.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"BOTTOM LINE: Port Strike in Europe (High severity) is impacting 5 shipments worth $4.19M..."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over a pandas decision engine, with a pluggable AI layer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linked tabs: Disruption Impact, Re-routing, Fleet Redeployment, Cold Chain Monitor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(engine.py)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scoring, re-routing match, fleet redeployment match, excursion detection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(ai_advisor.py)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when credentials are set, else deterministic BLUF fallback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(synthetic, standing in for production feeds):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06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shipments.csv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42062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4206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disruptions.csv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2062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4206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fleet.csv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42062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15400" y="4206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coldchain_sensors.csv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Bob: Plan mode scoped the 4-feature architecture; Agent mode implemented engine.py; /review caught edge cases before commit.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see accompanying video / screenshots in demo/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TECHNOLOGY INTEGRATION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Bob and watsonx.ai are load-bearing, not name-dropped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— Development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Plan mode to scope the architecture, Agent mode to implement the decision engine, and /review to catch edge cases before each commit.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4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— Runtime AI Layer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BLUF operations brief calls a Granite instruct model via the watsonx.ai REST API whenever credentials are configured, turning structured engine output into a natural-language brief a supervisor can act on immediately.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4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by Design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watsonx.ai credentials are present, the exact same brief structure is built deterministically — so the integration point is real and demonstrable without requiring judges to provision credentials.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a production ops-desk tool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29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disruption response from hours of manual spreadsheet work to a single selection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9864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idle fleet capacity the moment it's needed, instead of after the fact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673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cold-chain excursions immediately, before compromised cargo reaches delivery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299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 CSVs for live AIS/vessel-tracking, TMS, and IoT sensor feeds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8986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route optimisation instead of single alternate-carrier suggestions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76732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Team/shared backend so multiple supervisors act on one disruption together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2026-09-15T07:09:53Z</dcterms:created>
  <dcterms:modified xsi:type="dcterms:W3CDTF">2026-09-15T07:09:53Z</dcterms:modified>
</cp:coreProperties>
</file>